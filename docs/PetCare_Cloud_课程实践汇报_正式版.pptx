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12488307843d8" /><Relationship Type="http://schemas.openxmlformats.org/officeDocument/2006/relationships/extended-properties" Target="/docProps/app.xml" Id="R837ade9252b042c1" /><Relationship Type="http://schemas.openxmlformats.org/officeDocument/2006/relationships/officeDocument" Target="/ppt/presentation.xml" Id="Rb1b6e3c7432749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f503c7c704449"/>
  </p:sldMasterIdLst>
  <p:notesMasterIdLst>
    <p:notesMasterId xmlns:r="http://schemas.openxmlformats.org/officeDocument/2006/relationships" r:id="Rd6f173c17c174eeb"/>
  </p:notesMasterIdLst>
  <p:sldIdLst>
    <p:sldId xmlns:r="http://schemas.openxmlformats.org/officeDocument/2006/relationships" id="256" r:id="R2ab203375ed44073"/>
    <p:sldId xmlns:r="http://schemas.openxmlformats.org/officeDocument/2006/relationships" id="257" r:id="Rf56c455d31be41df"/>
    <p:sldId xmlns:r="http://schemas.openxmlformats.org/officeDocument/2006/relationships" id="258" r:id="R0404c21ef3d64c02"/>
    <p:sldId xmlns:r="http://schemas.openxmlformats.org/officeDocument/2006/relationships" id="259" r:id="Rf19c3b711697420b"/>
    <p:sldId xmlns:r="http://schemas.openxmlformats.org/officeDocument/2006/relationships" id="260" r:id="Ra4d077c61ec8415e"/>
    <p:sldId xmlns:r="http://schemas.openxmlformats.org/officeDocument/2006/relationships" id="261" r:id="Ra3f71a4848ed4551"/>
    <p:sldId xmlns:r="http://schemas.openxmlformats.org/officeDocument/2006/relationships" id="262" r:id="Rd908b501e1b840b9"/>
    <p:sldId xmlns:r="http://schemas.openxmlformats.org/officeDocument/2006/relationships" id="263" r:id="R42e0b2af844a4713"/>
    <p:sldId xmlns:r="http://schemas.openxmlformats.org/officeDocument/2006/relationships" id="264" r:id="R0776f9573a294c7f"/>
    <p:sldId xmlns:r="http://schemas.openxmlformats.org/officeDocument/2006/relationships" id="265" r:id="R4c1d692d38914e35"/>
    <p:sldId xmlns:r="http://schemas.openxmlformats.org/officeDocument/2006/relationships" id="266" r:id="R5b083e3c260f42b6"/>
    <p:sldId xmlns:r="http://schemas.openxmlformats.org/officeDocument/2006/relationships" id="267" r:id="Rf1554582878d48e7"/>
    <p:sldId xmlns:r="http://schemas.openxmlformats.org/officeDocument/2006/relationships" id="268" r:id="R9dadd06ebcf44c77"/>
    <p:sldId xmlns:r="http://schemas.openxmlformats.org/officeDocument/2006/relationships" id="269" r:id="R814c0068f4144899"/>
    <p:sldId xmlns:r="http://schemas.openxmlformats.org/officeDocument/2006/relationships" id="270" r:id="Rc7754daf5c5142ab"/>
    <p:sldId xmlns:r="http://schemas.openxmlformats.org/officeDocument/2006/relationships" id="271" r:id="Rcf645909679a4cc0"/>
    <p:sldId xmlns:r="http://schemas.openxmlformats.org/officeDocument/2006/relationships" id="272" r:id="Re17990d9c2d64974"/>
    <p:sldId xmlns:r="http://schemas.openxmlformats.org/officeDocument/2006/relationships" id="273" r:id="Rfaec24ad03bc4069"/>
    <p:sldId xmlns:r="http://schemas.openxmlformats.org/officeDocument/2006/relationships" id="274" r:id="R09cbd2aa29724910"/>
    <p:sldId xmlns:r="http://schemas.openxmlformats.org/officeDocument/2006/relationships" id="275" r:id="Re7ec6058849143c2"/>
    <p:sldId xmlns:r="http://schemas.openxmlformats.org/officeDocument/2006/relationships" id="276" r:id="Rbd1b1d3de2c3452d"/>
    <p:sldId xmlns:r="http://schemas.openxmlformats.org/officeDocument/2006/relationships" id="277" r:id="Rafe97c4eeaa147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9103b5ec34f89" /><Relationship Type="http://schemas.openxmlformats.org/officeDocument/2006/relationships/slideMaster" Target="/ppt/slideMasters/slideMaster1.xml" Id="R55bf503c7c704449" /><Relationship Type="http://schemas.openxmlformats.org/officeDocument/2006/relationships/notesMaster" Target="/ppt/notesMasters/notesMaster1.xml" Id="Rd6f173c17c174eeb" /><Relationship Type="http://schemas.openxmlformats.org/officeDocument/2006/relationships/presProps" Target="/ppt/presProps.xml" Id="Rd3c06b8612e541c0" /><Relationship Type="http://schemas.openxmlformats.org/officeDocument/2006/relationships/viewProps" Target="/ppt/viewProps.xml" Id="Rdebca37bd84848ed" /><Relationship Type="http://schemas.openxmlformats.org/officeDocument/2006/relationships/tableStyles" Target="/ppt/tableStyles.xml" Id="Rdf7d834eb051414e" /><Relationship Type="http://schemas.openxmlformats.org/officeDocument/2006/relationships/slide" Target="/ppt/slides/slide1.xml" Id="R2ab203375ed44073" /><Relationship Type="http://schemas.openxmlformats.org/officeDocument/2006/relationships/slide" Target="/ppt/slides/slide2.xml" Id="Rf56c455d31be41df" /><Relationship Type="http://schemas.openxmlformats.org/officeDocument/2006/relationships/slide" Target="/ppt/slides/slide3.xml" Id="R0404c21ef3d64c02" /><Relationship Type="http://schemas.openxmlformats.org/officeDocument/2006/relationships/slide" Target="/ppt/slides/slide4.xml" Id="Rf19c3b711697420b" /><Relationship Type="http://schemas.openxmlformats.org/officeDocument/2006/relationships/slide" Target="/ppt/slides/slide5.xml" Id="Ra4d077c61ec8415e" /><Relationship Type="http://schemas.openxmlformats.org/officeDocument/2006/relationships/slide" Target="/ppt/slides/slide6.xml" Id="Ra3f71a4848ed4551" /><Relationship Type="http://schemas.openxmlformats.org/officeDocument/2006/relationships/slide" Target="/ppt/slides/slide7.xml" Id="Rd908b501e1b840b9" /><Relationship Type="http://schemas.openxmlformats.org/officeDocument/2006/relationships/slide" Target="/ppt/slides/slide8.xml" Id="R42e0b2af844a4713" /><Relationship Type="http://schemas.openxmlformats.org/officeDocument/2006/relationships/slide" Target="/ppt/slides/slide9.xml" Id="R0776f9573a294c7f" /><Relationship Type="http://schemas.openxmlformats.org/officeDocument/2006/relationships/slide" Target="/ppt/slides/slide10.xml" Id="R4c1d692d38914e35" /><Relationship Type="http://schemas.openxmlformats.org/officeDocument/2006/relationships/slide" Target="/ppt/slides/slide11.xml" Id="R5b083e3c260f42b6" /><Relationship Type="http://schemas.openxmlformats.org/officeDocument/2006/relationships/slide" Target="/ppt/slides/slide12.xml" Id="Rf1554582878d48e7" /><Relationship Type="http://schemas.openxmlformats.org/officeDocument/2006/relationships/slide" Target="/ppt/slides/slide13.xml" Id="R9dadd06ebcf44c77" /><Relationship Type="http://schemas.openxmlformats.org/officeDocument/2006/relationships/slide" Target="/ppt/slides/slide14.xml" Id="R814c0068f4144899" /><Relationship Type="http://schemas.openxmlformats.org/officeDocument/2006/relationships/slide" Target="/ppt/slides/slide15.xml" Id="Rc7754daf5c5142ab" /><Relationship Type="http://schemas.openxmlformats.org/officeDocument/2006/relationships/slide" Target="/ppt/slides/slide16.xml" Id="Rcf645909679a4cc0" /><Relationship Type="http://schemas.openxmlformats.org/officeDocument/2006/relationships/slide" Target="/ppt/slides/slide17.xml" Id="Re17990d9c2d64974" /><Relationship Type="http://schemas.openxmlformats.org/officeDocument/2006/relationships/slide" Target="/ppt/slides/slide18.xml" Id="Rfaec24ad03bc4069" /><Relationship Type="http://schemas.openxmlformats.org/officeDocument/2006/relationships/slide" Target="/ppt/slides/slide19.xml" Id="R09cbd2aa29724910" /><Relationship Type="http://schemas.openxmlformats.org/officeDocument/2006/relationships/slide" Target="/ppt/slides/slide20.xml" Id="Re7ec6058849143c2" /><Relationship Type="http://schemas.openxmlformats.org/officeDocument/2006/relationships/slide" Target="/ppt/slides/slide21.xml" Id="Rbd1b1d3de2c3452d" /><Relationship Type="http://schemas.openxmlformats.org/officeDocument/2006/relationships/slide" Target="/ppt/slides/slide22.xml" Id="Rafe97c4eeaa147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85ba7e25d4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1b50f1d3749cb" /><Relationship Type="http://schemas.openxmlformats.org/officeDocument/2006/relationships/notesMaster" Target="/ppt/notesMasters/notesMaster1.xml" Id="R9b73fe075168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8ddaac2d944a4a" /><Relationship Type="http://schemas.openxmlformats.org/officeDocument/2006/relationships/notesMaster" Target="/ppt/notesMasters/notesMaster1.xml" Id="R0ec78f9d14e546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79b8215ac49f6" /><Relationship Type="http://schemas.openxmlformats.org/officeDocument/2006/relationships/notesMaster" Target="/ppt/notesMasters/notesMaster1.xml" Id="R4fc17876df7a4b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bebbdeb96b4d48" /><Relationship Type="http://schemas.openxmlformats.org/officeDocument/2006/relationships/notesMaster" Target="/ppt/notesMasters/notesMaster1.xml" Id="R9926e94d2557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1959f0a73e45b1" /><Relationship Type="http://schemas.openxmlformats.org/officeDocument/2006/relationships/notesMaster" Target="/ppt/notesMasters/notesMaster1.xml" Id="Rc3f2e103b596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2ee63ff41d4e9a" /><Relationship Type="http://schemas.openxmlformats.org/officeDocument/2006/relationships/notesMaster" Target="/ppt/notesMasters/notesMaster1.xml" Id="R507475df504b41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4338d2e9f4a6e" /><Relationship Type="http://schemas.openxmlformats.org/officeDocument/2006/relationships/notesMaster" Target="/ppt/notesMasters/notesMaster1.xml" Id="R60622b4e02d7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a3f15c89e94aa0" /><Relationship Type="http://schemas.openxmlformats.org/officeDocument/2006/relationships/notesMaster" Target="/ppt/notesMasters/notesMaster1.xml" Id="R701c10dfe56448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9aefa151f24ca8" /><Relationship Type="http://schemas.openxmlformats.org/officeDocument/2006/relationships/notesMaster" Target="/ppt/notesMasters/notesMaster1.xml" Id="Rcf754bd535bc48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ccc289e874ec9" /><Relationship Type="http://schemas.openxmlformats.org/officeDocument/2006/relationships/notesMaster" Target="/ppt/notesMasters/notesMaster1.xml" Id="Rc2cbf51dc4854d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42a61120004214" /><Relationship Type="http://schemas.openxmlformats.org/officeDocument/2006/relationships/notesMaster" Target="/ppt/notesMasters/notesMaster1.xml" Id="R52372916a5f7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94b57657254d65" /><Relationship Type="http://schemas.openxmlformats.org/officeDocument/2006/relationships/notesMaster" Target="/ppt/notesMasters/notesMaster1.xml" Id="Rd129c4ac925342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b82e14d3244f4e" /><Relationship Type="http://schemas.openxmlformats.org/officeDocument/2006/relationships/notesMaster" Target="/ppt/notesMasters/notesMaster1.xml" Id="Rc343438ca48647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1200d50314416e" /><Relationship Type="http://schemas.openxmlformats.org/officeDocument/2006/relationships/notesMaster" Target="/ppt/notesMasters/notesMaster1.xml" Id="R06e8ac960df241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7a0f1507cd4bd5" /><Relationship Type="http://schemas.openxmlformats.org/officeDocument/2006/relationships/notesMaster" Target="/ppt/notesMasters/notesMaster1.xml" Id="R9702f25fd8d54c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8a541684364352" /><Relationship Type="http://schemas.openxmlformats.org/officeDocument/2006/relationships/notesMaster" Target="/ppt/notesMasters/notesMaster1.xml" Id="Rfa23db7fe04340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6d08fd4fe5424a" /><Relationship Type="http://schemas.openxmlformats.org/officeDocument/2006/relationships/notesMaster" Target="/ppt/notesMasters/notesMaster1.xml" Id="Rdab085edb3d54c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5827698dd84bd8" /><Relationship Type="http://schemas.openxmlformats.org/officeDocument/2006/relationships/notesMaster" Target="/ppt/notesMasters/notesMaster1.xml" Id="Rd841eb974af04a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9b428e1695436c" /><Relationship Type="http://schemas.openxmlformats.org/officeDocument/2006/relationships/notesMaster" Target="/ppt/notesMasters/notesMaster1.xml" Id="R975f3960a31344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fdb8703a7646a6" /><Relationship Type="http://schemas.openxmlformats.org/officeDocument/2006/relationships/notesMaster" Target="/ppt/notesMasters/notesMaster1.xml" Id="R3f420be2b63440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2cd347278b4531" /><Relationship Type="http://schemas.openxmlformats.org/officeDocument/2006/relationships/notesMaster" Target="/ppt/notesMasters/notesMaster1.xml" Id="R5d9a00d30fee4f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e555fa2b334809" /><Relationship Type="http://schemas.openxmlformats.org/officeDocument/2006/relationships/notesMaster" Target="/ppt/notesMasters/notesMaster1.xml" Id="Ra8dcf0f4f14f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6ce4318e345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7a3e60f23f44b2" /><Relationship Type="http://schemas.openxmlformats.org/officeDocument/2006/relationships/slideLayout" Target="/ppt/slideLayouts/slideLayout1.xml" Id="Rced1be94e3e0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1be94e3e0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0b141db164735" /><Relationship Type="http://schemas.openxmlformats.org/officeDocument/2006/relationships/notesSlide" Target="/ppt/notesSlides/notesSlide1.xml" Id="R9cb52b06f9e4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34502f484899" /><Relationship Type="http://schemas.openxmlformats.org/officeDocument/2006/relationships/notesSlide" Target="/ppt/notesSlides/notesSlide2.xml" Id="R33f7161940b8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c25e916c44849" /><Relationship Type="http://schemas.openxmlformats.org/officeDocument/2006/relationships/notesSlide" Target="/ppt/notesSlides/notesSlide3.xml" Id="R67a0951dd0604b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d66687ad64dd4" /><Relationship Type="http://schemas.openxmlformats.org/officeDocument/2006/relationships/notesSlide" Target="/ppt/notesSlides/notesSlide4.xml" Id="Rf41107b5375344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11f6e5d3348b3" /><Relationship Type="http://schemas.openxmlformats.org/officeDocument/2006/relationships/notesSlide" Target="/ppt/notesSlides/notesSlide5.xml" Id="Re3f7e9a1d8a94f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dc1e2374e4276" /><Relationship Type="http://schemas.openxmlformats.org/officeDocument/2006/relationships/notesSlide" Target="/ppt/notesSlides/notesSlide6.xml" Id="R8da4f2c7cd83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67803c5304c88" /><Relationship Type="http://schemas.openxmlformats.org/officeDocument/2006/relationships/notesSlide" Target="/ppt/notesSlides/notesSlide7.xml" Id="R9a3d82a718d440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8d3c90bc74ff4" /><Relationship Type="http://schemas.openxmlformats.org/officeDocument/2006/relationships/notesSlide" Target="/ppt/notesSlides/notesSlide8.xml" Id="R3e9726f1f92e4d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f51f6b6a44e7a" /><Relationship Type="http://schemas.openxmlformats.org/officeDocument/2006/relationships/notesSlide" Target="/ppt/notesSlides/notesSlide9.xml" Id="R389baa029f1546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5902cb3884812" /><Relationship Type="http://schemas.openxmlformats.org/officeDocument/2006/relationships/notesSlide" Target="/ppt/notesSlides/notesSlide10.xml" Id="R37c38109075143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1e27c6130483d" /><Relationship Type="http://schemas.openxmlformats.org/officeDocument/2006/relationships/notesSlide" Target="/ppt/notesSlides/notesSlide11.xml" Id="R83f10343676e4d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09c7d48d04731" /><Relationship Type="http://schemas.openxmlformats.org/officeDocument/2006/relationships/notesSlide" Target="/ppt/notesSlides/notesSlide12.xml" Id="R6434723f1d7f4d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122fbcc4d4853" /><Relationship Type="http://schemas.openxmlformats.org/officeDocument/2006/relationships/notesSlide" Target="/ppt/notesSlides/notesSlide13.xml" Id="R1b8df49f99a744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5f5909404927" /><Relationship Type="http://schemas.openxmlformats.org/officeDocument/2006/relationships/notesSlide" Target="/ppt/notesSlides/notesSlide14.xml" Id="Re6d87940edbe44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ba3a2ff5246ad" /><Relationship Type="http://schemas.openxmlformats.org/officeDocument/2006/relationships/notesSlide" Target="/ppt/notesSlides/notesSlide15.xml" Id="R22ca669d1bd243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36494b3dd472e" /><Relationship Type="http://schemas.openxmlformats.org/officeDocument/2006/relationships/notesSlide" Target="/ppt/notesSlides/notesSlide16.xml" Id="Rc8aa238f882947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de5cb10664e05" /><Relationship Type="http://schemas.openxmlformats.org/officeDocument/2006/relationships/notesSlide" Target="/ppt/notesSlides/notesSlide17.xml" Id="R9de5f24e245443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9b076bc744d7a" /><Relationship Type="http://schemas.openxmlformats.org/officeDocument/2006/relationships/notesSlide" Target="/ppt/notesSlides/notesSlide18.xml" Id="Rbf3c363d4c0741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643e298384ae2" /><Relationship Type="http://schemas.openxmlformats.org/officeDocument/2006/relationships/notesSlide" Target="/ppt/notesSlides/notesSlide19.xml" Id="Rc098bd3f09ed48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8af04c7cf4496" /><Relationship Type="http://schemas.openxmlformats.org/officeDocument/2006/relationships/notesSlide" Target="/ppt/notesSlides/notesSlide20.xml" Id="Rc118f043c31543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735d1640d4f4d" /><Relationship Type="http://schemas.openxmlformats.org/officeDocument/2006/relationships/notesSlide" Target="/ppt/notesSlides/notesSlide21.xml" Id="R7ce046248e284a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c643fa57840ae" /><Relationship Type="http://schemas.openxmlformats.org/officeDocument/2006/relationships/notesSlide" Target="/ppt/notesSlides/notesSlide22.xml" Id="Rabe22f4dca0548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920CEC-8B50-48D5-AF1C-E50E3FD0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B22C3-E9DC-4355-93FE-E79496A4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0EE9A-1FF0-443E-BD0E-83051C72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33450"/>
            <a:ext cx="295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FB7C8-0D64-4996-850F-33E70CA7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DBDE3-C749-42B4-A1BD-29417031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335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D9012-8B85-491E-BA1B-1B515061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335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B05BE-6545-4540-A197-927E10FD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335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DD5BD-B59E-466D-9E32-3FD0E140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18665-8595-4A28-B882-8CC7D7C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ECS / OBS / FunctionGraph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25AC4-5E2A-42BC-A2B3-004492F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44A04-341C-4ABB-AFDA-DF613CD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575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Structured Pet Care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7151F-8CDA-48FC-9099-7DFA72EF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云计算课程实践汇报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42866-0DA0-4574-A8E6-F22AF573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PetCare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62864-B6DA-41F7-9D20-979D185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9E8E2"/>
                </a:solidFill>
                <a:latin typeface="Microsoft YaHei"/>
                <a:ea typeface="Microsoft YaHei"/>
                <a:cs typeface="Microsoft YaHei"/>
              </a:rPr>
              <a:t>基于 LLM 与云计算架构的智能养宠记录平台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CAD03-35D7-4E94-96C7-B024CDCC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C9671-02CC-4387-B197-74EF1284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Web 交互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5FDEB-34AB-4067-B073-2ACC3BC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0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6421F-06D3-4BD2-B7D2-736168F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575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ECS + Docker 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2849A-C152-4036-B466-1C8DAA7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AC7F6-3953-4BBD-887E-6DBB6CBC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OBS 对象存储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529BF-8E63-4B69-AF49-C141F471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00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9687F-471F-4951-B9D7-B6359B3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57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FunctionGraph 云函数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CA285-F7CE-463B-A4ED-461EB17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B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9DBD5"/>
                </a:solidFill>
                <a:latin typeface="Microsoft YaHei"/>
                <a:ea typeface="Microsoft YaHei"/>
                <a:cs typeface="Microsoft YaHei"/>
              </a:rPr>
              <a:t>报告依据：PetCare Cloud 云计算课程实践报告 | 2026 年 6 月</a:t>
            </a:r>
          </a:p>
        </p:txBody>
      </p:sp>
    </p:spTree>
    <p:extLst>
      <p:ext uri="{BB962C8B-B14F-4D97-AF65-F5344CB8AC3E}">
        <p14:creationId xmlns:p14="http://schemas.microsoft.com/office/powerpoint/2010/main" val="16808716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5ABA9-CD32-4A4C-9A1B-2734B4B4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0EA55-B0F6-4F6B-BC36-B77CEAE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03C79-E715-47F9-B38F-83F208B1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汇报结构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D27C5-0C48-46A0-A2DB-B7FF377C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本次汇报围绕项目价值、系统设计、验证结果与模型分析展开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9D887-D529-4F3D-845E-2A2CFE9D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重点说明 LLM 在开发过程和产品运行时的具体使用方式，以及模型能力的边界与工程控制。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1A8A8-BA7D-42D3-96BB-3A5ADD49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318D1-E63B-4699-8EF8-1168BE9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B422-01B9-4F7E-B10F-E1E5B58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5644A-2D56-4D53-8A74-342DE06A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项目背景与价值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3BC69-5C3C-4E69-AF1B-11743F2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说明选题来源、现实痛点和课程实践价值。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F2794-B7E2-4753-89F5-333776F5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66022-BD7A-45CC-A691-3D250E3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19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FEDA1-9FCA-4169-93FA-CBFEA00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需求与解决方案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070EB-7D50-4B36-AD9A-54069BC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给出功能需求、非功能需求、概要设计和详细设计。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7CC3D-A353-4F6F-9181-E2501E26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DDA0E-E722-45FF-8B8B-28DE7D07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C4939-4A01-4FB6-BABE-01932901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云端实现与验证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F6C9A-6BCA-433F-8ADB-EB648725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展示 ECS、Docker、OBS、FunctionGraph 和队列模拟的落地情况。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BAA83-D318-4630-BA60-F7F5E235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DB8E1-0BB4-4696-B1F5-BF17DC0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49550-2FAA-4A6A-B0EB-9FA8C83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模型使用与分析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8419F-1EC4-4C73-B3BE-21E19249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总结 LLM 辅助开发方式、产品内模型调用方式和能力限制。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5F610-9E83-494B-8683-72963992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994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59F1E-35F9-4521-A1D0-B7A0CEB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937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核心结论：LLM 负责理解和生成，云架构负责部署和扩展，后端规则负责校验和安全边界。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2F986-69FB-4C51-9F9B-86220FD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3828D-C4BE-4C9B-AB74-2BEFAF95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276283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AA2B5-57F1-4553-9CBF-39E4C051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0590E-5BA2-4B67-85FC-4023EEE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ACAA8-28AF-4C64-938F-A764FBAF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058CA-E63D-4E71-AEAD-213E8B9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宠物护理记录具有长期、细碎、多对象和高遗漏风险的特点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C1F2C-0447-4303-AA57-8DDFF0E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传统工具要么记录成本高，要么数据分散，难以形成稳定的健康管理闭环。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088B4-C09E-48E5-A11B-EFB5FDE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51B6-9928-4355-8212-F37D0BEF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333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33696-11EB-4CEE-9CA8-D7C612A5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62078-9D8F-425B-A73B-1C441F3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记录分散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279F8-43F4-4164-9D72-2BDBFF2B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喂食、用药、疫苗、驱虫和异常观察常分散在聊天、备忘录和纸质记录中。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B62AD-2A98-4366-BF1C-E5F773DC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3333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37D78-5AA8-423B-9F7D-DED59ED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9BF81-1C4A-4FF8-91FB-CFF3ECD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表单负担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68D4A-4BAB-4E3D-9392-C30B1E3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传统宠物 App 需要手动选择分类、宠物和时间，长期坚持成本较高。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0B26A-D22A-4CBC-B6BC-9F4920D1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3333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38DD5-B84B-4DE5-9294-8D31D8E1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34102-47A9-42A5-8068-9002394B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多宠物混淆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DBBCC-C2D7-4AC9-90DB-8597469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多宠物家庭需要准确归属记录，否则健康日志和提醒会失去可信度。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51F8D-BFB0-4D14-9D72-08D9B80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3333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7FD64-4747-4D82-9A95-C4CF472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BC902-D98A-4F28-AA6D-74DFED57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提醒遗漏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45B74-3862-4631-838B-3F36D986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8150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复诊、疫苗、用药等事项需要从记录中自然转化为待办提醒。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D2026-C3D2-46EA-97B6-071A2D49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43150"/>
            <a:ext cx="2809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DA0E0-CD53-4707-A2D9-A28B0E9E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问题归纳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D2E5D-D2C6-400D-AD54-4F7E6E7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143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项目切入点：让用户以自然语言输入护理内容，由系统完成结构化整理。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88F12-39BB-4FE2-BBE5-A219AA2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5C508-D163-45FD-A9CA-8705462A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5933971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E3664-D825-41B2-8756-48264EF1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AFFA3-AC06-4119-B9F2-77CB31AA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18CF9-065E-4F05-BCDB-C3FE7353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意义和价值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BA9EC-CBE6-46AF-908D-2B00A7E6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项目价值来自用户体验、数据沉淀、云计算实践和 LLM 创新四个层面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4E736-EA8E-4FB7-B414-AA9C32B6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不是简单聊天机器人，而是将 LLM 放入明确业务流程的可用系统。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87358-D93A-4B78-9D75-D26B0C16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F9D0F-376C-44B1-8B15-2372A3C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5048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AD4BB-5799-4585-AE72-5C51F963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用户价值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B7221-353E-4A7D-9229-B0C5187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降低护理记录门槛，提升提醒和健康回顾的连续性。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2A06D-F77D-40A7-AA40-78DCFA5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048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2B530-67E3-48C7-BE00-80A070CC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数据价值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449C7-A72A-4F5E-92B0-CA62568D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将非结构化描述转化为可检索、可统计、可触发提醒的数据。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569D8-7731-478B-887F-5563C7B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5048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332D7-9ABE-4286-ADF9-626AACF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工程价值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FF60E-BAC3-48F0-8629-8D571CE4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完成从本地开发到 ECS 容器化部署、OBS 存储和 FunctionGraph 触发的闭环。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ED23F-152F-416C-B332-670B48E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5048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1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15B0F-8131-4979-8A51-D0A82FEE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创新价值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BFD9C-C0BC-45B2-8161-F379AC0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 LLM 承担自然语言理解层，用后端校验保障业务正确性。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954C4-FDFB-405F-8923-03BFEA2D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8FF0B-086E-4331-A306-554DA9FD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20332281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793A3-EAB0-48B7-8F9B-D150470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B6F56-DBEE-48A5-834B-09BFF92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3326B-144A-4781-9CB0-6EFD47C1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详细需求描述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918A1-A97A-420D-9B7E-F6222AD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功能需求覆盖宠物档案、智能助手、日志提醒、推荐和云端展示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26170-7F8D-4CBF-AAE1-AF52DE22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系统既要面向普通用户可用，也要支撑课程汇报中对云计算要素的展示。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4CE2-64A9-41A0-AB48-0F480029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6ED1-A0F6-454A-9BC4-2848E97E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35B9E-2AC6-4240-AD07-10A6040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A3D15-36C1-4845-AA46-259515E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15DE7-6D31-4CCB-A81D-40110D46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E3323-CE19-49BF-95CF-200ACBD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F99DC-1E77-4170-8FA5-B4B02780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宠物档案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AC33C-A32C-4E0B-8E23-BAA745EA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289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展示已有档案，通过添加入口创建新档案，保存头像和基础信息。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4EB8E-74D6-4A1F-A16C-C07E4064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8DF88-4273-4FE2-86D9-42984158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FF90D-CA6C-4B0F-965D-6182A1C1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智能助手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74521-B0D6-4C29-ABE9-C5434E0F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432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支持文字/语音输入，发送后展示加载状态并返回模型回复。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FF70C-3D60-4A50-9C71-47930EA1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26CB7-C671-4A8A-9CB4-08E8A7A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E75D1-CB59-48B1-830E-1F7CD1B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健康日志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22D82-201B-4728-BE60-67043A4B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把饮食、用药、异常、疫苗、驱虫等内容写入结构化记录。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9D47F-CCB0-46E1-8E32-12C92E68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B479C-F42F-4BF3-BAFD-B92B8FC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FDF9E-9F40-4F39-B0E2-367F98DC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提醒管理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B5CD7-0425-43C4-BD07-67EF502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自动或手动创建提醒，区分待处理、过期和已完成状态。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45AB38-0B55-4D61-99F5-B3806BF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719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8165F-CFAB-432A-8903-2FA9568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8AC7E-CC58-4E7E-80D9-B656958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养宠推荐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9CD85-6FF1-44CC-8670-A09A6208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86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根据档案和护理记录生成建议，LLM 不可用时保留兜底。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598A8-9A28-4FAE-9C8B-668351E7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863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EDEEA-5B3D-48DB-8F4E-79D2A62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80DB68-3FFC-4D11-8B4E-3E0FC7C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云端能力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660AEC-D268-461E-AB59-CFF7733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0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ECS、Docker、OBS、FunctionGraph 与队列模拟在云架构页展示。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9771E-C707-4F2A-A924-34AC9ECF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006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26FB8-D329-4692-B14E-E99C6A97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E94862-730B-4575-82D7-77F9883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2999424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5933E-0899-4E0D-AB83-7736CB9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9B0D-8A8A-45FF-B32A-9E130D1E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4AC7C-CB22-4204-BC42-DD598E9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非功能需求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F1E88-2F68-435F-A10D-D785B2E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非功能需求强调可部署、可维护、安全和演示稳定性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89E56-01F0-45BC-92C6-B6871767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课程实践不仅要求功能可用，还要求系统能真实部署并体现云服务协同。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3A301-7381-4E55-991F-A27A9B6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27894-75BE-4064-BD05-F676C268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AFA36-0697-43B4-9718-06EC646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F8941-07E5-43C8-95F6-EC87D27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6A8E1-8954-4271-A98F-7619190F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A1D18-7660-48AE-A6DA-81DBFEA7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90B40-CBC6-4411-933C-4D4F3CE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可用性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41B8D-E8D8-4352-BB94-87E8ABEA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289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浏览器直接访问，核心流程不依赖复杂配置。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D491A-DFFE-4517-B234-8E2434D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满足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6399E-AB8F-432E-9B15-39F7DF3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CE5CA-E4C0-4631-935B-2EB8AA6E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可部署性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6EA0D-ED4D-4057-BAF5-38EFA6C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432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Docker 封装运行环境，ECS 上通过公网端口访问。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0570D-8463-4768-8D91-3AD70370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满足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BF6FA-FA1E-4772-8AAA-F8AAACC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3B1CB-8BCA-4D4B-85C1-7EBD8D90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安全性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BD537-EE2D-4DAF-A58A-45CFA3EA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API Key、OBS AK/SK、FunctionGraph Token 通过环境变量注入。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F87BD-8707-43EC-9628-F4CB2272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E191A-B343-405D-8540-D4F5717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D0E0F-C848-4C36-B585-AB3BFE3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可扩展性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3F070-45C7-4C7D-9DC8-EE9A9F8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SQLite 可迁移 RDS，本地队列可替换 DMS/RocketMQ。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9C10D-ADFD-4E60-AE38-C3B3262C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719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具备路径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51B18-93F8-447B-973D-A11B362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A39BE-7FBD-46DD-9C01-E952A10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演示稳定性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3644B-A616-44E4-89D5-18F8AF84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86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LLM 调用失败时保留规则兜底，降低课堂演示风险。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6CF9C-FCB1-429A-87C4-89D1B4EC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863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满足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AE825-A923-47FD-8A8C-6ED57F8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59F574-10EF-41D8-8845-9E7FEB91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易维护性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2C344-9A7E-44D8-BB37-88F6F017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0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前端、后端、云函数、文档和部署配置边界清晰。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5AA26-2747-4274-83B8-D8A683D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006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满足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1B391A-7D28-4786-8515-E9F9CE5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8DECB0-2AD5-4274-9EA4-C1BECEBC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2385177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CE711-80DA-48BA-B623-F747617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38121-841C-4C57-BC38-0ABC9246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141D3-519F-4102-8671-C216F43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核心业务流程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299DC-05CD-415A-B1C8-511218EE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用户一句自然语言记录，系统完成识别、校验、落库和提醒生成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2B8E1-38D9-4EC1-BC3E-0E062A4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该流程体现 LLM 与传统业务系统的分工：模型理解语义，系统控制写入。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7D789-1DB5-463B-9EB2-DCFE6CEC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0E2AF-6570-4DEF-8087-FF1BA87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A52EA-61EE-44C6-8215-89B5E76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1E070-097F-43EE-8E5B-9841B14C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用户通过文字或语音记录护理事件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A0E5F-5F2A-45DD-A506-136BC72D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81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26D06-636B-4AE2-A1FB-42BCFAA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34D35-31D2-412F-AE4A-2C3B23D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BA598-7C8E-448E-95FE-6205F8C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LLM 输出结构化字段和友好回复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20E28-8F51-4EAB-83E3-8F94D0EC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5E271-C258-46A1-B97F-8DFBA1D4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FE188-9A67-4AE9-BE63-72A9562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28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7E237-3227-4A92-B34A-502AC339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908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后端匹配已有宠物档案和字段有效性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45B84-4B1A-4BBB-A0F4-044F6C6C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662EB-67F8-49B4-BDE2-63D88E46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27836-3A07-4FDE-BE01-83989E84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落库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4AF42-91FB-4A88-97E8-92A1E28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写入健康日志、提醒和聊天记录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75929-16D5-49A3-AEFC-15462695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51C48-2D3C-4D41-A630-3D1829B5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3BD98-655F-48C7-95A2-791E931D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37C9E-39F5-44C0-8668-4B42AD68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908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首页、日志、提醒和云架构页同步更新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3F56C-B788-478F-9D55-8E372486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76750"/>
            <a:ext cx="872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6B79A-CB29-426E-A076-5CE36FB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803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未匹配到已有宠物时，系统提示先建立档案，并拒绝写入日志和提醒。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5ABE1-41D9-4CFB-A3DD-011B097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54158-7E07-4F20-8F20-345032DE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7227163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B50C8-28AB-42F7-BA55-8ABC7F29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D3DE6-2E3C-4B43-A352-0D1B67B4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9E8D9-9DAD-4AA0-8B1C-9EE35EF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解决方案概要设计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2D35B-C174-4B96-87F2-34A44435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整体架构采用 Web 前端、Python 后端、云资源与 LLM 服务协同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5F11C-22AD-46E6-98FF-6F087DE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系统在 ECS 上以 Docker 容器运行，后端统一承担 API、数据访问、模型调用和云函数回调。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CFB97-680E-4386-B5F0-F0014841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9C4E0-D1D2-4BA5-B547-0F7A844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02591-8109-48A0-A35F-0F8713C8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浏览器 Web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E4268-EE04-49CB-AFB9-0F4FBE8F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档案 / 助手 / 日志 / 提醒 / 云架构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37A70-9FD5-48F5-A88A-C31B1EB6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E0D78-3EBC-44EE-A367-6D5F144A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2D798-90EA-49A6-8D67-6A738B09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19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Python API 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CB9C1-FBCA-44D3-BA37-B048F95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业务逻辑 / LLM 调用 / 数据校验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329E1-AE83-4313-B165-497D2DFF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A2709-F391-4A13-9007-7FF60F2D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C7C92-9FBD-4C61-9F3C-EC16CE77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SQLite 数据层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DF13A-25CD-4F53-9115-8DD3F05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档案 / 日志 / 提醒 / 队列 / 云函数记录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BBDDB-6D5B-46B5-AFBE-B42316BC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B6A18-2D81-4667-BCF1-175C777D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F805C-D176-468E-B870-96DEB3CA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华为云资源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07254-BB1C-433E-8BDE-4E35E9F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ECS / Docker / OBS / FunctionGraph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CF850-C5DC-43C4-AE76-C4A1C594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AD026-3F0C-414E-A702-C79286F5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1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D0958-F1AC-4C2C-853D-669211A9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19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LLM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C9D2E-F302-4980-A049-F5E43D25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自然语言解析 / 推荐 / 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76897-F604-4673-914A-07AF83DD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7C620-2B64-48A3-90BE-39552DC7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11680-570B-4F22-9654-9D7CC6EE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前端交互层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3E233E-2E75-4735-B2CE-4A12C563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降低用户输入成本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212AE8-F984-4FAF-85BD-A882FC2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3F9F2-2084-4699-A7D9-90918A5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8A6A9-047B-478A-853F-F73324EF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57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控制状态与写入规则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50982-B9C3-4A64-83E6-1B58A4FB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0673E8-ECEA-4705-9921-9CDFB5E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云服务层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8A100A-C49A-4D92-ACCC-3DE20BB7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57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提供部署、存储和事件触发能力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4209E3-726A-4D1F-AF47-F326BC7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F6156-D6C0-459E-B158-848BD308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6360831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5E31E-E4C8-440B-BD5B-D3A10FF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7A2A5-BDE3-49C7-9833-339F8E7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8A1E0-E4BB-4749-B82C-24B1436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解决方案详细设计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29C13-A30F-4C01-9392-5A16E504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系统按交互层、服务层、数据层和云适配层分层实现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88DF5-A908-46F9-93B6-658AEEFC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分层设计使 LLM、数据库、对象存储和云函数都能被清晰替换或扩展。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3007B-4AC7-428F-AFD4-B74F58D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1056D-17DE-4030-B126-AE0853DF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2FA8E-84A8-4608-B217-C7B3AF54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D3572-6116-4714-A9C3-31DE3384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BC1D4-1A91-48A6-B096-31D11B9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宠物档案页面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E8113-6891-4EB5-A5A7-10204F05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F9958-81E9-40D8-9C4D-24B1A580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悬浮智能助手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B6844-0C6D-4A43-AEA1-C70AC466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04E95-9608-4120-BFEA-976F08A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健康日志页面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B8B8D-143C-4ADA-AAB0-CA07406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ECEB4-4071-405A-A0A3-C3CBD541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提醒管理页面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DC51B-1054-46E0-9A2E-6E21E664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45964-13A2-4DB6-A221-9F266ED4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云架构展示页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3604F-F9C0-4D36-8657-9D6BE70A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B3E80-06C2-4DB1-A834-D4FE53BC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CDC21-44AC-4D1E-8219-686B4E4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B8807-3CE7-488A-803C-1C8CB7C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57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FC3D8-F1D4-4EEE-A3D3-3751DA27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1D7E5-9F38-4F25-93A4-CE86EAD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0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LLM 调用封装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C05C9-3566-4772-94C0-FD635A06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51906-6CD8-4C47-AAA2-ECA37117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43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宠物名匹配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4F444-9F5D-4331-BE32-AA98A61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AE65E-3C6F-4778-928F-DB78007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86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日志/提醒写入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F1189-5D31-4C18-977A-DBD9D061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8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4D5C9-7F1B-4F84-BE00-FF909A02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291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上传适配器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6F8965-5A9B-4915-8083-1D44C114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144CF-E281-43EC-9960-36FAFB11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177399-B093-43BC-A904-60B59862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775F3F-14AE-4A18-8510-954DED92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pets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B7C73A-F76C-4069-89A6-DAC469B6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D6FCE-0ADC-4327-9025-493D00DE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health_logs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1EB417-84E4-4B4D-89E6-239588FE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9754FA-F3F7-4715-A16A-61A828B0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reminders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FB3ACD-CDC1-4564-A18C-0193077B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897128-1B65-42F7-B9E9-1C8ED5D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message_queue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A35B4-28EF-4747-ADE5-43A30EF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69F3F1-DA0C-42D9-A9A6-BB9A01FD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cloud_function_runs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864335-EE3C-4F62-A07D-E449DB5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DAF536-0893-409C-B5C5-2EF5C3FB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云适配层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8D2A9E-626C-4C63-9804-01104E5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979F71-52D9-4D51-8524-3A1835AB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ECS 容器部署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8FB564-CFCD-4EE7-80DA-68656A25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C735F7-1C75-4747-B6C3-C3D4F9C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OBS 对象上传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709245-392E-4BB0-B592-33181D6C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8DD462-6116-4BF3-8FD3-E49A2D9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 回调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B38FB4-B738-414A-847B-4803F894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DF63BF-3FEC-451B-8D65-22EC469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86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队列替换接口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E6B59D-C17A-4CBE-A026-61C6DC4B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EEAE26-951F-40B7-A77D-B86E26C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2254630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9B978-0CB0-49A0-9E8E-2D5A5C86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D9E34-CC12-40DD-BC3D-B93BAD4D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452A-82AF-43C5-8661-AA9B1E09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数据与接口设计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E5127-BAE8-4937-9B24-50EE5526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数据模型围绕宠物 ID 建立护理记录闭环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5A81-7E9F-4FD6-8882-01DECCD8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所有日志、提醒、队列事件和云函数结果都能追溯到具体业务动作。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C96AB-3B59-43C5-93AA-2F7B26AC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41CF8-5E11-4841-9219-226B3C7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876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FC1E1-8A96-4115-9AA6-172BEDA8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4876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52C9-979F-4F5E-93EE-7993B697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核心数据表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A61CB-5866-47C1-B00A-56B85CE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关键接口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08E4A-6E8B-4E92-A17D-3C07FCF3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0C6D0-2552-4C49-801C-F6580FD7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8132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pets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5F6F5-B923-4F15-A21E-7736B7A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813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宠物基础档案与头像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B1211-134D-44A9-9F89-A760BFF4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5D9D7-0084-4333-9305-EFD3C06F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health_logs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78332-6F15-49FE-972D-E44266F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194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健康、饮食、用药、疫苗等记录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1D564-D75A-49C1-97A9-F4F47CA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9FE93-FC71-4BF2-9CD3-2A6FD5FC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reminders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130BF-AE66-46FE-BBDB-BAC987CD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576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待处理、过期和完成提醒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E6594-85CD-40E0-B545-85FA036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78CC1-49CE-4CC3-AD2B-287F2A3A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9577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message_queue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7437D-87AE-4898-8476-968ED3E7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957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本地队列 Demo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CD5AE-90F0-4290-893C-503B690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F9EA7-42F6-4E07-95A2-4D23E42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3392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cloud_function_runs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0A606-B8FE-441F-8A61-D2E088E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339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云函数每日摘要运行记录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789ED-844B-484B-9972-90737CA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956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FE5A5-270F-4236-A0B1-2FC8F967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81325"/>
            <a:ext cx="1762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/api/state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44005-7457-4692-B76A-B1C4B8F3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813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获取前端完整状态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A559A-6350-4A21-A0CD-5337F72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A995A-6A2C-40A8-B79D-E6EFC94F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19475"/>
            <a:ext cx="1762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/api/chat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F9A4C-F69C-40EC-9789-AAC715A6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194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解析自然语言并写入业务数据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ABFF7-513F-46ED-A2D7-270C732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C45AE-745A-4959-B192-1D31465D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57625"/>
            <a:ext cx="1762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/api/upload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213D7E-05A8-479C-AE09-45E0D2DB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头像上传到本地或 OBS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1A2609-8545-4C66-AC17-81B92157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9D128-557A-4894-9A4E-DB47622E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95775"/>
            <a:ext cx="1762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/api/queue/demo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785799-C72E-42B2-8BFC-19E422CF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957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投递队列演示消息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5D6970-9D64-4C39-AB2E-A9A2F3B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482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EF4777-CE93-4F03-8A79-3AF4A05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33925"/>
            <a:ext cx="1762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/api/cloud/function/daily-summary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60C993-8DA2-4A65-B107-7443F3C2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FunctionGraph 回调入口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9AF065-F12C-4A99-A023-0D427D21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D6B5C6-5DFA-4879-86E9-25174175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2345152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C3CDD-9B84-4E9D-B18B-461B4057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D7C85-8A4F-49DE-B399-B7A3BC1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033C3-1EDF-44EA-863E-E120CED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LLM 运行时设计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35E55-C470-4130-9DB0-5CB6D5B9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产品内模型调用采用“结构化输出 + 后端校验 + 规则兜底”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98248-96B1-4F50-AB02-D43FB8C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该设计避免模型自由文本直接驱动数据库写入，降低幻觉和误写风险。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6598-70DE-4468-94CF-B95E0D96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2A852-E69F-44B9-AE4F-88D8D270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E4E74-F898-4284-B5EE-2E968E4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0900F-6156-4876-B458-15D38971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已有宠物列表、用户输入和任务说明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32C4A-8AE5-49F6-9EFD-CBD9F3E7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1BAAE-B545-48AB-8758-45F4031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FBD15-C8F6-4BCE-BFBA-B7B018C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提示词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1A068-60EF-4063-BD29-B9DB6821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要求只输出 JSON，字段和枚举固定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4C747-E130-4FCF-9E40-B9F810CB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65860-B66F-4AC7-B885-D82F1D3A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CD404-FEA8-48AC-9531-6C8AA95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20EA3-2F87-4BF7-89B4-36F35D9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宠物名、类型、摘要、提醒、风险等级、回复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307FB-21D9-480E-A44A-72C9C834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161F5-0E72-46A8-8397-8ABFEE91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50C29-CCD2-42E5-89E4-C8C357B4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38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后端校验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32689-6776-4D9E-9ACE-32CAFDF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匹配宠物档案、补默认值、验证字段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C8AB4-A3A2-406F-8FD1-3C62107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BC6C4-E30A-4C46-9241-8E890C5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1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4C61A-94C5-4306-B25D-E2DD9C9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业务写入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05E0B-9CEE-44BA-A170-A112726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日志、提醒、队列消息和对话记录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D27DC-C697-4040-8FE8-54687C7A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59F76-3EF9-40E2-8825-EA9AB2A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关键控制策略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031E4-4457-4EBD-82D1-65CCD68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未建档宠物不写入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00763-85B3-469F-AD63-8A60779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91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LLM 失败时规则兜底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781E0-0655-43F5-855A-6BCF14C1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健康建议不替代兽医诊断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14442A-4929-4C39-B603-CD3A779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5DCDE-DC19-44B0-BB85-7CADE72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7088279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40421-238D-4D5D-A67E-F58EE8E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EB079-A936-4537-933A-894E7AD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358DB-127F-4308-8515-5738D72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云端部署实现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482EF-A9C3-445D-9A49-B0ACC67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项目已完成 ECS 容器化部署，并接入 OBS 与 FunctionGraph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98468-7178-4A00-8B7A-DF3DA50F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当前云端架构满足课堂演示和小组协作测试，后续可进一步升级为生产化架构。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BA19B-86E5-4CD4-98D7-0197665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02428-3BDE-41ED-BF0C-ABB8C89A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981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E4D90-DC23-4871-9DE1-0640FDC7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74230-C879-497D-A0E7-6ACD29F3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09800"/>
            <a:ext cx="657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实际配置 / 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6CD9F-0AC3-409A-887C-27E2E845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98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F632D-6F0C-4315-951D-E6F75E6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B4225-E1A4-45E2-AB05-A90686E7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ECS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28ACF-44C6-4283-8F68-48AD301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Ubuntu 22.04，2 vCPU / 2 GiB，通过公网 IP 访问。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63187-DA52-41D0-8DC3-E9ECDB0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真实部署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E77B8-B4CF-4593-97AB-CDC8329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265FB-EE41-4ABB-A78A-6BFACDE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35006-E5EF-43A9-97D0-3359DB61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051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镜像 petcare-cloud-demo，容器映射 8000 端口。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ECC11-73FB-41AA-8A9A-5363C1A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真实部署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AE228-4F3A-4899-971A-A5313D76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C1EE3-A4A1-41F5-8046-4BF1E0D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0ADD9-7FFB-4157-9767-406ACC9F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814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头像上传到 cloudhw2 桶，数据库保存对象 URL。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F6D61-03E6-4B41-BBBD-80BB267F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真实接入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ECBDD-1810-4854-AB13-C5CB3A1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5C83C-C4E5-454B-A975-40FA7659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E075D-26BC-483D-9F59-C38DFCB8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daily-care-summary 函数回调 ECS 生成每日摘要。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FF05F-41DB-4E5C-90A2-58519AE1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真实接入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18481-948E-4947-BC3B-2ECF31A5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89CA4-3333-4D6D-B18A-CE3ABAB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消息队列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2620A-C9B2-4CF2-8A45-99A36689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SQLite 本地队列模拟 Topic 与 Worker 消费。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A342C0-F285-4228-80F9-3CEF72BA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339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Demo 模拟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4AE584-ADBF-4006-A4EB-3A27F301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F8172-6B91-49C5-B13D-19234C61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密钥管理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1DF3A1-2FF4-4AC2-AE1D-CD59114F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01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.env 和函数环境变量注入敏感配置，不提交仓库。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7D688-246A-4945-ABDF-443E14D1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已实施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6D179-DAE9-4E5C-B128-36247DB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A1488-03A0-4BD2-A707-49B5F08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0971903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19A4CA-9CB8-4F48-99AA-0FE1AB4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CD75A-EEEA-4F76-8F78-93466835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0B418-174C-44F7-BC7C-CDD0BD3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云函数实现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EB735-6901-4DB0-ABD1-996CF61F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 用于触发每日护理摘要，已完成手动测试和定时配置路径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4295F-2BD6-48AB-9172-014559F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云函数作为 Serverless 触发器，不直接访问数据库，而是安全回调 ECS 后端。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C37D9-4EA4-4DF4-B84D-532377EE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A5F49-2DD0-4897-80AE-AAC9DA5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76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1A33C-0FAC-4D61-8D64-78DF3A0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9B5CA-087F-43D2-8F28-E243754A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5F08C-0243-4B45-B6E8-E2617900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523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TIMER 或控制台测试触发 daily-care-summary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D2FC6-8254-435D-B602-ED90463F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DC074-5EF4-41B1-B0FD-4C0F87A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CCF6D-C3D5-4E9F-9ECA-0272A86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523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读取 PETCARE_BACKEND_URL 与 PETCARE_FUNCTION_TOKEN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FAA16-8994-41D5-B97F-F9C8643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8ACF0-9B34-438F-B102-0140AB1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340A0-B1FE-4A01-8DF9-EF6FF91E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52825"/>
            <a:ext cx="523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POST 调用 ECS 后端每日摘要接口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7F0DA-84F0-4DBE-A2F7-1D637F5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0025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66E19-8CA9-40B8-9292-02FE98C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6225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D4388-5236-47EF-BC8D-A5755E3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523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后端校验 Token 并统计日志、提醒和异常记录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FE159-58DE-4403-93D8-28691B21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EE1FD-41F5-4A79-9A26-D1A4757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9304B-E324-4B6E-A741-C0C4026E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00575"/>
            <a:ext cx="523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写入 cloud_function_runs 并在云架构页展示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3BA78-DC86-4923-B429-988830D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D00E9-6890-4976-A6A2-068BD563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函数配置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8EE87-E27B-442B-837D-5C581EE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391A6-5310-4718-A2E4-D338754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285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3.10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CE3902-F20A-4996-B6F2-7F1DC22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Handler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B3E5A-9CE1-4BF3-878C-F286CA09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1285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index.handler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DEAB5-E83E-49C0-A1E6-030B8316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52085-60F2-4D07-A79E-0B33B25A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285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http://124.70.69.49:8000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CDB874-9E73-4CA9-8D5B-6166280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Trigger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A6DC0-A93C-4C50-BD15-D40022BB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1285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Manual test / TIMER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C49A26-B41C-4601-8ABB-2B5B04B0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2163B-5A34-420F-84EB-C39CD5D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1280887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17CCA-25B4-4632-915C-83BC5973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CA18E-4AA4-462E-855E-66D21968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27E01-0617-4BB0-804A-DB5F6A2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方案验证方法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F45A-921C-4DA0-A128-7A6D0A23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验证从本地功能、云端部署和云服务接入三个层面展开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DC81A-3382-47D2-8F2E-8E5F6B3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验证目标是确认系统可用、数据可落、云资源可访问、异常输入有保护。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D9C25-9266-493A-B52A-2E346C3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7A53-CF78-4FC5-A3E9-D269A73C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28C53-EC40-433C-8FA4-23B3D08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本地功能验证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70C64-9AF8-4C95-8F67-3FC22BC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30F9E-B15F-4FDD-B414-06E5E37B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登录与页面切换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2BA76-DA53-4941-8D37-9B6DDE49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E0EB7-CD4C-4D66-B074-66C97CD8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宠物档案和头像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21471-2F36-43CA-8B84-598235A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6B26-4C79-45BA-B5EA-C831FA7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智能助手输入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95DC6-745B-4E53-9E39-C562A4AC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E6223-E9C5-4DFD-BF47-CD59B9D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日志和提醒更新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985A8-B4B5-4FE9-86E1-94C4F258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38375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3FB7A-659F-46E1-81EE-0E5581EB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云端部署验证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E94B3-0DFC-43B7-BB56-2CA9B94F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2C9EC-6387-4DD3-ACF6-BDEC0739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Docker 容器运行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04908-F69C-4AFE-AEDC-08854022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AC493-E5E1-4F0A-A90E-836DF476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86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公网 IP 访问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840AC-404D-40AD-8D1A-3190307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977E1-9107-42B7-BA1A-9D4FDAA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Volume 持久化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3CCF0-322D-4146-BDD6-4038D984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9A78F-482F-449F-8926-DB51ED9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86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环境变量注入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84C7B-B930-43C0-9599-C7BA2453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38375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CC4F8-3A1D-483E-A94E-9258F15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云服务验证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C448C-1E33-4FEE-B817-0B55D19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C8872-E7FB-4A17-8984-B469F4E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OBS 对象生成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09373F-6E65-4FFE-903E-A38065B7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FE6B2-963F-46FE-B906-E7491691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86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 回调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E6DA0-7EA8-40FA-86C2-38707B8D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AA9A7-CA0F-4362-8D22-35D0054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86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队列消息状态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14D1D-11D4-4E19-B4A5-A18C0B0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E5D916-F461-4613-88DC-1F7E37C8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86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Token 鉴权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77DD64-8790-4583-A648-8FBC129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F26AEF-2B49-456C-9AD0-E42069F0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4548099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002EC-43FD-4DE8-98F7-71149CAE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78D2C-507E-405F-9583-3052CA8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AA2CE-1541-4689-B570-E6D3595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CE397-7FDC-40B2-8068-D21C821B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核心功能与云服务链路均已通过验证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E28DC-759A-4E02-AF37-0310700A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测试结果表明当前版本已经满足课程实践演示要求。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BD15E-4DE3-4EE1-814F-59C405E5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D3058-0C00-43D1-8285-3AA6766C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8307E-2B47-4527-8F86-45AA31D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5B1C6-8DF3-4759-947A-32936C5A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0980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方法与结果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54ADB-9F33-4419-8BBD-190D31E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B2248-BB0B-47F2-9C12-0669166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9B58D-B675-4459-8185-CBDCF1F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Web 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AC9D0-37F0-402C-9610-93F3AB5A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289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公网 IP 可打开，主要页面可交互。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53155-BD4E-449A-B667-3987CE13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D6709-9C0B-4687-BDC4-B0FA8C27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468D0-11FD-4D38-B9FB-CE6B403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智能助手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AC230-5E01-453B-A039-DA424D35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861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已有宠物正常记录；未建档宠物提示先建档。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1BAF9-8854-4658-A204-78E63C4E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86035-4C6B-406F-BE4B-16D5271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97020-395E-4E67-B208-F2BF891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OBS 上传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D15B1-87B8-4195-821D-9A4063B5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43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上传头像后桶内出现对象，前端可读取 URL。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4CD0F-5771-44D6-84B0-20AA6276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433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A2100-2A29-4E75-BCEC-2FF51648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0298C-1B61-4B0E-B7AE-CB02356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Docker 部署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53234-C37E-4DA3-A6B0-4E4CCCA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005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容器运行并映射 8000 端口，服务可访问。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99FF3-DF8D-480D-9714-02B515F1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3A112-E82F-49C8-94B1-A36B9D56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02A20-4D39-4A8F-9FC1-BB788539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BE7BD7-43D9-4108-82B8-D88493A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577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手动触发成功，后端写入运行记录。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E434E-8BEC-40D9-8927-DB7CC80B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E440AC-29CB-45E8-8533-C68A87F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B3BAE5-246A-4144-9D62-FC8B48C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队列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76941-56ED-4B13-84EC-DA9D6D8C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149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演示消息可入队并被本地 Worker 消费。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3C057B-2309-459E-B460-893A28F2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14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CA188-3602-4CC9-A13E-E02A5AAF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76900"/>
            <a:ext cx="881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917F19-F54C-4176-8FFA-847A9B3D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91200"/>
            <a:ext cx="823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验证结论：项目具备可演示、可部署、可解释的云计算实践闭环。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2088D5-2FE2-4C5F-8AB8-380E079B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DA409-ED77-41F6-B58C-8969E940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02866938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07522F-E159-4744-BE8B-0C9A375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5BA8-2372-4EF0-9231-B4116CF3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53BE6-358F-46C2-BDD4-5A0C1398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应用效果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6C274-808B-495E-AAD1-2C4B8E0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系统把“手动整理护理记录”转化为“自然语言输入后自动归档”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F9DDC-C5FC-48D6-A47C-AB79479E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最终用户感知到的是更低输入成本、更清晰的健康记录和更稳定的提醒管理。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AB679-EEA7-4168-9F83-A99A50C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D78EB-6359-46A6-A6DA-1BA36395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64431-D890-442F-B054-564DB4A8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B25CB-7345-43AC-B0A6-A48529E9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使用前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CBC0F-E725-4313-A11B-11C8952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使用后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8B8A5-5A73-45A2-9B66-1875557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1BB4E-C9A3-4112-A051-C741516D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手动选择分类和宠物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3C374-8C55-4329-9415-A61C014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ACBA2-3A2C-45B4-818F-3B8F254C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385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提醒需要单独创建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39BC6-1BA3-4BFF-A3E6-EE383CC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3D4F6-8DD8-46F6-A23D-D241CFA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766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头像和记录分散保存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D4A00-F9B0-4A3D-B30D-BF8798B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FF136-490B-477D-907F-F8DD04E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14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云端运行状态不可见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920F6-E6D1-4748-A54E-CDE38BA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DF5E1-4E96-4E3A-B1BC-88AAB17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00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一句话生成日志或提醒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A17AF-B811-4D4C-8598-9C214AE8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7FE36-63AB-4625-B136-1AC5787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按已有档案自动归属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EB132-15C5-4104-922E-D393FFC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16C5-4106-4D2A-B71E-DCA8DD5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766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头像进入 OBS 对象存储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E14DA-63B4-43DE-99D3-A624AAFA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A930B-1BAC-4024-AD07-67D3FE27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14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云架构页展示云资源状态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39962-DECB-401C-AF92-97D542E4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81408-9EFC-481F-BC61-B002E79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效果指标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73FB2E-5A55-4289-A21C-5677354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334BE-3C0D-4A1C-A85E-10EE5F56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527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核心功能页面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029EA-40DB-4191-A9F3-CD9EE03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1EDB33-632F-4D53-8F31-9ABD1011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90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已落地云能力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1A5A3-D7C1-47D2-A4D7-E74F3BDB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24B2E-B302-4D78-8E7C-212C56BC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290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可部署容器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25CF32-EB80-489E-9821-351E290F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96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9D5F36-9E69-43B9-A011-5440D5B9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672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密钥入仓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B0240A-3BEC-4355-82F8-5585F03C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409FFD-BB0A-4420-8F9E-67949A24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78782827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B3B27-55B0-4A60-92AC-6C96CF5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8A3F7-440D-412E-93D3-3FB56CD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4EA43-7467-4B89-BBF0-97A2F85E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开发流程总结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A6FEF-7E10-4B71-83BC-3146C390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整个作业按“选题、原型、迭代、部署、云服务、材料整理”推进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8360A-2F58-4AAD-AFFA-AB17CBFB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LLM 开发助手贯穿全过程，但关键取舍和验收由小组成员完成。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618BB-2406-449D-8C23-F65BBC2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A6E7E-1A7B-4F16-A86D-6025ABA6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95C1D-4F45-4DFE-8870-6F273EF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FBF03-0050-44F2-8120-38193170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9061B-DDCD-41FE-895D-EA0FD80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D9100-47C2-4BD0-B06D-8C8AA48F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根据可行性说明确定智能养宠记录方向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26643-8EEF-43A9-9982-58884ED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E7BB6-58DE-4B0A-87A3-E833885E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23F35-B47A-4E76-8E9B-E81C3F62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270D5-54FA-49AD-B4D5-7FEF3B53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719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生成 Web 前端、Python 后端和 SQLite 数据结构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32D65-EBE3-4F00-903A-7902061F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1E402-4D0D-4612-B669-EF15EE3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791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24A40-0248-49C7-B946-9F6CA01E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迭代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4C80A-AA0C-4CAF-AF88-F014F07B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719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根据体验反馈优化档案、助手、提醒和推荐页面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7AD55-1D7A-4AB0-A606-5316FAE6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1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68597-298C-4420-8293-BDE0C4F4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80CEA-41B3-4EE3-AF2F-7991EB9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A641C-AFA9-4DAD-91CF-8A6E7136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GitHub 协作，ECS 上 Docker 容器化运行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D1ABC-7521-47B9-B0FF-4F2203F1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47333-CAEF-4A10-95D7-38E9C0FB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7C38B-6DD4-4978-9433-AA9CCE3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云服务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9F210-95B9-4CBF-B5D1-B275C34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719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接入 OBS、FunctionGraph，队列使用本地模拟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48EA1-EA60-4895-9D05-367ED81D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036C4-2AEA-4828-ADF4-8151EC8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593EE-99BC-4F26-BAF2-0998BEAA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48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F7625D-1536-4AFE-ABCB-194A3171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719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整理正式报告、PPT 和课堂演示路径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655C7-04AA-486A-8CD1-83173F9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094AA0-EA58-4EE0-825F-D919E90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85016853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F64B6-224A-4E7B-B53E-92756274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44D30-999E-4843-9BA2-C1E71F2C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C0A26-2CC5-4557-92B3-C32E5950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模型使用方式：开发阶段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7EEEF-EEAF-496F-B302-B52CBE5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开发过程中，模型主要用于需求拆解、代码生成、调试排错和材料整理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40692-84FA-455F-A57B-8C2AC3F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模型不是替代成员，而是提升从想法到可用 Demo 的工程效率。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4472B-7313-4136-B768-50FE219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418FA-077C-437C-8875-6129D98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7546C-5F03-412F-AEF7-4A8BE8C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5488E-CCEE-4C12-A0BE-249E6774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具体方式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8C9A1-1703-487D-8E1D-7C43BCD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E2362-4705-4D02-A90B-F9BAA6A4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需求理解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93BB7-B56C-40E9-B506-01806213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289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根据课程要求和项目想法拆解功能边界、优先级和云服务展示点。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8618B-82A6-4519-9E0D-06D15E5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52815-371C-46EB-B820-2CAF1498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代码实现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5B537-BCD4-4C27-9B02-EA85EEC7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辅助生成后端 API、前端交互、样式、Dockerfile、OBS 和 FunctionGraph 代码。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31D3E-B4B7-4119-8CED-FDA5B3D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B24CB-5786-4E8F-9869-5769073A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界面迭代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D6955-1FC3-4EF0-BD16-9B5DB05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根据人工反馈多轮修改宠物档案、助手弹窗、提醒和推荐页面。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E6D30-C471-4912-96E6-075647F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B8350-8EC0-4113-A5AB-DE4A9D6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部署排错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46688-E553-43FB-A678-AE086AAD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005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协助分析 SSH、Docker 镜像、端口访问、OBS、环境变量和云函数测试问题。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0B11E-4042-42DA-A4FA-51902A2E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E32B6-3DD5-44BD-8E23-2A967434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文档汇报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A3832-C384-4F34-9726-336D45E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辅助整理正式报告、PPT 大纲、架构说明和演示话术。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4BEBE-9505-4392-AA2F-57E6C30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483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B4C95-EE4A-4EA6-A5A0-E32DECDE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483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4C6E5-1014-4260-B5E8-0300D4A8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62600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人负责目标、审美、云资源、密钥和最终验收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BF6AD3-246D-4721-B978-5302780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模型负责方案草拟、代码生成、错误解释和材料组织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36248-6724-42BF-A289-130AD32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20ECF-CE43-4945-8F16-657B2B0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4225774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039811-A234-4FF7-B510-50405C17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756B5-D791-42AE-8A85-CCE4AFF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100E8-A076-4CFE-AD05-F2995D3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模型使用方式：产品运行时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BEBE5-D616-4685-979A-C9696E98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产品内 LLM 承担自然语言理解和建议生成，但不直接决定业务写入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FEBE4-B156-4918-B5CC-FDB59B77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后端通过固定 Schema 和二次校验控制模型输出对系统状态的影响。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52C0D-F8DE-4AD9-A39A-03D68CD7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2CABC-5685-48E3-9008-F63DF6D4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444C3-E7BC-4C1D-AE61-6CFDE0D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9CB8D-F294-4E85-9C68-4730E3D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用户输入示例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51D83-65E2-43AD-9690-6DFCC5C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4360F-0E8E-485F-A93B-C90A989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38D5C-84EF-4DB6-9B48-F5D31AC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已有宠物输入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30D9D-732C-49D1-A6AA-A70715B5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2890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小橘今天吃药了，明晚还要一次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61EC-FE17-43DF-A114-14CB85DB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写入日志并生成提醒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5A4FC-4284-4343-B102-B85E76D8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4E965-7C7E-411E-880C-CCEEE644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未建档宠物输入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49626-82CA-4E80-B637-3350A728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小白今天吃药了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83B75-EB41-4167-A41C-2A68DE43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提示先建档，不写入数据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5EFE9-69C8-4627-B918-41428D30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0D495-5661-47B1-A534-D50047E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健康异常输入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40277-2FB4-4159-A835-B9C1BC00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豆豆今天没精神，还吐了一次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4D2C0-3696-40B6-9891-B0EE3C9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记录异常并提示持续观察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C1E40-0922-4B33-AB4A-A5FD914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900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D6D8B-7E6F-40DE-A7E3-6C1E332A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19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E2C8"/>
                </a:solidFill>
                <a:latin typeface="Microsoft YaHei"/>
                <a:ea typeface="Microsoft YaHei"/>
                <a:cs typeface="Microsoft YaHei"/>
              </a:rPr>
              <a:t>关键 Schema 字段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42DD6-0695-4C30-995F-97787D5E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62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C4D72-11EA-4E1B-8075-4FD4D17C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197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pet_name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0BCD5-68DC-49ED-9298-1D1EE30E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25473-3A89-4689-AEFF-F7E1AE91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197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996E69-BC20-4375-AC74-159CF018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62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5E352-2418-417A-A041-FB40258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03A30-DC0A-4A5F-ADC5-08CB2678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62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7AE0E-3D00-400B-A295-C5E2A67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197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due_date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621CE-4771-4598-A965-E3BA57F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32741-0FFD-4841-B96D-4C1A025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risk_level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CDB19-E7EF-4FC1-A7A1-04199FE1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62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F9F49C-BB70-447F-9452-9830ABC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1970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F3E6"/>
                </a:solidFill>
                <a:latin typeface="Microsoft YaHei"/>
                <a:ea typeface="Microsoft YaHei"/>
                <a:cs typeface="Microsoft YaHei"/>
              </a:rPr>
              <a:t>reply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0521D-DA14-4494-A4D0-7FE3B10B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CA043B-6764-4B76-8B6A-4D155CC8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213185348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B37C1-DCED-4C5F-9B8D-A0C08F3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81E86-306B-4316-89BF-5BF5615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DB7D1-0077-489B-8731-5DD96BA4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模型能力分析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74F2E-4296-40AA-B42A-C5E5C22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LLM 擅长理解和生成，但业务正确性必须由工程机制保障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CEEE-1163-4EF5-AF14-344A846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本项目的实践表明，模型能力越强，越需要明确边界、校验和兜底。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1C8D9-1711-4518-A06E-E2BB64D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FAA2C-F864-4A71-BF95-647B947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F4385-C941-44D0-9FCF-DE4603AC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4A3FA-AA77-4AE0-9EF6-951CB73B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优势能力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9E40E-9AFB-4EEB-80F9-5C66BFB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局限与风险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B4C94-9921-44F2-8F40-2C6912A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语义抽取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A9D90-8ED1-4D5C-9921-0FD7329A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能从口语化输入中识别宠物、症状、用药和提醒意图。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DDFD9-076E-4EBC-8301-1D1D6389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93D73-700F-4486-B153-B57B7E3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能快速生成原型和局部功能，适合 Web/API/部署脚本。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DC046-0D7A-4B58-8424-C2ED126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调试辅助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4D64E-55DB-4F0F-A60F-E62DE5E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能根据报错和上下文给出较清晰的排查路径。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541A9-3004-4BA9-BBE4-26B22AD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材料组织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FF533-4D01-4F6A-9FC0-20F0BBFD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能把开发过程整理成报告、PPT 和演示叙事。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07542-C87D-4432-A0E0-DEBBECD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幻觉风险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20D27-47C5-48F4-B3D5-E095000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可能给出未经验证的接口、云服务细节或业务判断。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BFAC3-7064-4758-9832-F4240079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上下文依赖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5BFF3-88FF-4EBB-947A-E390A20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需求不清时容易改偏，需要持续人工校准。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A0088-BAED-40B4-BBFD-1E35905F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在线稳定性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EDB82-1FEF-46AB-AA91-71B7CBF5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受网络、API Key、模型服务和浏览器权限影响。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162AD-863F-41DE-9C50-42EEDB4F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55348"/>
                </a:solidFill>
                <a:latin typeface="Microsoft YaHei"/>
                <a:ea typeface="Microsoft YaHei"/>
                <a:cs typeface="Microsoft YaHei"/>
              </a:rPr>
              <a:t>健康边界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138FF-EE20-4C67-B93A-4EFB34B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0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宠物健康内容只能辅助记录，不能替代兽医诊断。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D266F-570A-4437-B5DF-8340415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F4D55-18B1-4AC4-80B7-4A38ADFF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42449945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EED1E-52D8-46F4-BB49-36E8B0C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01A2D-14A9-4C36-AD6C-0DB99CA7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6394E-494E-4E18-9E49-DED2EAED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工程控制策略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6F351-10B9-447E-8115-9EFF1ED2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通过结构化输出、后端校验、规则兜底和密钥隔离控制模型风险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BAA54-E7EC-45B4-A9F5-36B93EBB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这些机制保证模型能力被纳入可验证的工程流程，而不是直接暴露给核心数据写入。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35A85-F7E9-4D0C-8023-AFEE530C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8FC07-A6A6-419E-9C79-AE120FE5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E0188-914C-43B1-BAAD-DF7ECF8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F9C79-D187-4081-8204-EF69465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436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固定 JSON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8AA02-FAC2-4CCD-B763-1752F1BF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36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减少自由文本输出导致的字段缺失或格式不稳定。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B08C5-4FDE-4F77-9BBF-FEEE815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44E88-7426-4663-9ABD-68018F1E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E9971-E100-4929-9CF4-C5489965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66950"/>
            <a:ext cx="436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后端二次校验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71A92-D191-4BB9-B693-843572E1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71750"/>
            <a:ext cx="436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仅为已建立档案的宠物写入日志和提醒。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01DF9-33A2-4261-B5B0-A60FA0A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30738-27F9-4A2C-B3DA-84C208D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56A3E-543D-4E6A-83B0-F1C1F5B9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436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规则解析兜底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CA957-452A-465B-9613-843BCFD8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52875"/>
            <a:ext cx="436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模型不可用时保持基础功能可演示。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7AFAD-FF37-4A7B-AEBC-771420A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FAE37-76A6-4BB6-8E3E-599B53AE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5BE17-30CC-4A0F-8484-D2485E6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48075"/>
            <a:ext cx="436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敏感配置隔离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9A005-CBE4-4254-90E0-EFBEB2D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52875"/>
            <a:ext cx="436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API Key、OBS AK/SK、FunctionGraph Token 不进入仓库。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1E21E-A15B-42B3-9127-9688430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9A895-E8C2-420B-ADC6-364239A9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8E1EE-535D-4E53-B549-698426E1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436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健康安全提示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2EBD3-B4FA-4165-940B-DA12DCFB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6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只做记录、提醒和观察建议，不替代专业诊断。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D21F9-6D78-4167-94BE-BE6BEB03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A7453-5028-4BA6-AA5D-52259B63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53221004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EBBFE-3F1C-4292-A016-07DFF09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9C342-24E3-4B92-A32B-4F8E6082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D6D9E-EBF9-4B08-9712-9567823B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结论与展望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67FAE-DD96-4B69-9CD6-7B25074A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PetCare Cloud 已形成 LLM + 云计算的可演示实践闭环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E621B-8192-4333-A598-C8148C04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项目完成了从 0 到云端部署的过程，并对模型使用方式和能力边界进行了工程化验证。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76BE5-9CF5-4BB1-86B2-482CBCB7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76677-D53B-4716-9D2B-A162CF32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95A5-5C27-4F60-BC03-A0B4F30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CD6D1-F2AB-4F5D-A0CF-1E352E5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8A68"/>
                </a:solidFill>
                <a:latin typeface="Microsoft YaHei"/>
                <a:ea typeface="Microsoft YaHei"/>
                <a:cs typeface="Microsoft YaHei"/>
              </a:rPr>
              <a:t>当前完成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6BDAF-4A52-4195-AF48-4692E28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FB6"/>
                </a:solidFill>
                <a:latin typeface="Microsoft YaHei"/>
                <a:ea typeface="Microsoft YaHei"/>
                <a:cs typeface="Microsoft YaHei"/>
              </a:rPr>
              <a:t>后续展望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4F6FA-B7A2-445C-8FE1-CCAD594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FB0D-D5DE-4390-B20A-B6F0AB8C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Web 端完整交互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19F2E-4532-4C8E-9D10-86B25BB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CD343-EC00-4835-96BA-260F058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ECS + Docker 公网部署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60C7F-1EBA-43F7-85F0-F2AD2870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A9FC0-A2EC-4AE3-A611-73D93155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OBS 头像对象存储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8CF7B-0479-4721-8751-AC3A0847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AC0A4-2C3F-4B00-A728-FF608A01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862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 云函数触发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AB1BA-3F11-471F-AD07-BDC6DB3D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CBDE1-BF54-4CF1-AB5F-0F1B8387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LLM 智能助手与结构化记录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631CB-C86A-4346-952A-BAD72827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AB248-C0A8-42F3-9148-B39DACFF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域名与 HTTPS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31B39-CB56-4EA7-BACE-A8EDFF2C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8A3B7-23D0-46D6-A528-E851479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RDS 替换 SQLite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EC714-21FD-4F61-845F-AAE6F5BD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F74E1-67F1-49AF-9535-81A8E40C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623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正式接入 DMS/RocketMQ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2FA722-9558-4E45-A364-4006DF6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19C08-899D-46AD-97DD-EB1E6F6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FunctionGraph 定时周报与异常通知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9E99A-27DC-4AF5-A802-B0005C9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9094A-28DC-43FD-B168-E322820D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权限管理与自动化测试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DEEAC-76C5-41E6-B117-DD1C7D98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F7380-17E6-49FB-946C-8E42991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811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最终结论：让宠物护理记录从“用户手动整理”变成“系统理解并整理”。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16232-D20B-49C9-86D9-9ED0D53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B1354-70C6-4E02-81B6-C33F5CA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43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PetCare Cloud | LLM + Cloud Computing Practice</a:t>
            </a:r>
          </a:p>
        </p:txBody>
      </p:sp>
    </p:spTree>
    <p:extLst>
      <p:ext uri="{BB962C8B-B14F-4D97-AF65-F5344CB8AC3E}">
        <p14:creationId xmlns:p14="http://schemas.microsoft.com/office/powerpoint/2010/main" val="1067921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2026-06-07T04:48:11.0710000Z</dcterms:created>
  <dcterms:modified xsi:type="dcterms:W3CDTF">2026-06-07T04:48:11.0710000Z</dcterms:modified>
</coreProperties>
</file>